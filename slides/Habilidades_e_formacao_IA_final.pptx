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27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HABILIDADES E FORMAÇÃO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188720"/>
            <a:ext cx="4846320" cy="48463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474720"/>
            <a:ext cx="3108960" cy="3108960"/>
          </a:xfrm>
          <a:prstGeom prst="ellipse">
            <a:avLst/>
          </a:prstGeom>
          <a:solidFill>
            <a:srgbClr val="4FD1C5">
              <a:alpha val="14000"/>
            </a:srgbClr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6692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FD1C5">
              <a:alpha val="18000"/>
            </a:srgbClr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3093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+ 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Habilidades e formação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habilidades fazem alguém ser bom em programar usando IA?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uso da IA ajuda ou atrapalha quem está aprendendo?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7955280" cy="1234440"/>
          </a:xfrm>
          <a:prstGeom prst="roundRect">
            <a:avLst>
              <a:gd name="adj" fmla="val 8889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Integrantes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55371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Enrico Bergonzo · Felipe Formolo · Franco Scotti · Gabriel Custodio · Larissa Rodrigues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5806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discussão sobre fundamentos, aprendizagem, dependência e o papel humano na engenharia de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NORTEADORA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Cinco ângulos para responder à mesma questão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proficiência com IA à formação do profissional que precisa supervisioná-la.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031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44752" y="2075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58768" y="2093976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realmente prediz desempenho?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79192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163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Impacto em iniciantes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58768" y="2807208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Produzir mais é aprender mais?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392424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5295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44752" y="3502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Paradoxo do erro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58768" y="3520440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é o prompt ou o entendimento?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105656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2428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44752" y="4215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Preço neurológico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58768" y="4233672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acontece quando terceirizamos o raciocínio?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818888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956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4928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Futuro profissional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58768" y="4946904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sobra para o humano quando a IA escreve código?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Vibe coding não é sinônimo de programar com 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diferença central é o quanto o humano revisa, testa e compreende o que foi gerado.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196596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219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28600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KARPATHY ·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22219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4FD1C5">
              <a:alpha val="18000"/>
            </a:srgbClr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28600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WILLISON ·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Vibe coding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44348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mudanças sem ler o diff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 o erro de volta no chat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 sobretudo pelo comportamento visível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“forget that the code even exists”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Programação assistida por IA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3154680"/>
            <a:ext cx="44348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o diff e testa de verdade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Consegue explicar o que vai commitar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a IA como ferramenta, não como substituto do entendimento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6634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prática: não commitar o que você não consegue explicar.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Karpathy (2025); Willison (2025). O estudo-âncora analisa o “vibe coding puro”: participantes não viam nem editavam o código.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experimento: quem se sai melhor quando o código fica escondido?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Thorgeirsson, Weidmann &amp; Su — CHI 2026 · 100 estudantes universitários em Zurique.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939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6868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estudantes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3240" y="196596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20939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78B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 × 15 min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20040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tarefas de vibe coding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196596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20939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0A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Claude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53212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26680" y="196596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209397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 linhas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86384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código visíveis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337560"/>
            <a:ext cx="9144000" cy="1417320"/>
          </a:xfrm>
          <a:prstGeom prst="roundRect">
            <a:avLst>
              <a:gd name="adj" fmla="val 7742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SCS1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30552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Conhecimento de CS · 25 min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74904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Redação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Escrita técnica · 20 min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3796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ICAR16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08392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Raciocínio geral · 12 min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código era borrado: o participante precisava especificar, observar o resultado e orientar a IA sem “salvar” a solução editando manualmente.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Thorgeirsson, Weidmann &amp; Su (2026), CHI 2026. Estudo correlacional.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Fundamento pesa mais do que “saber conversar com a IA”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Conhecimento de computação explicou aproximadamente o dobro da variação adicional de desempenho em relação à escrita.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720840" cy="3474720"/>
          </a:xfrm>
          <a:prstGeom prst="roundRect">
            <a:avLst>
              <a:gd name="adj" fmla="val 3158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Variação adicional explicada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/ 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761488"/>
            <a:ext cx="3383280" cy="329184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27706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12,5%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349300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35021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5,9%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≈ 2× mais peso para o fundamento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818120" y="192024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frequente de LLM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2907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B718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 = −0,258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8275320" y="3675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relatava usar mais IA teve desempenho pior no experimento.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Familiaridade ≠ proficiência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Thorgeirsson, Weidmann &amp; Su (2026). CS + escrita explicaram 20,8% da variação; frequência de uso de LLM teve correlação negativa com desempenho.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EM INICIANTES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IA na programação introdutória: o desempenho imediato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Kazemitabaar et al. (2023) · CHI ’23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4892040" cy="3246120"/>
          </a:xfrm>
          <a:prstGeom prst="roundRect">
            <a:avLst>
              <a:gd name="adj" fmla="val 338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192024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21284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27685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ACESSO À 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↑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508760" y="28163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Taxa de conclusão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↓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508760" y="37124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Tempo em erros sintáticos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4434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ferramenta reduz bloqueios iniciais e acelera a execução da tarefa.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Efeito primário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8803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Redução da barreira inicial de escrita de código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09360" y="4069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ajuda a chegar mais rápido a uma solução — especialmente quando sintaxe e detalhes de implementação ainda travam o iniciante.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Kazemitabaar et al. (2023), Studying the Effect of AI Code Generators on Supporting Novice Learners in Introductory Programming.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EM INICIANTES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teste de retenção: o que sobra quando a IA sai?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Produtividade durante a tarefa e aprendizagem consolidada não são a mesma coisa.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675120" cy="3474720"/>
          </a:xfrm>
          <a:prstGeom prst="roundRect">
            <a:avLst>
              <a:gd name="adj" fmla="val 3158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219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8600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ACESSO À 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816352"/>
            <a:ext cx="589788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Alunos com uso passivo apresentaram menor retenção lógica em testes sem a ferramenta.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Houve queda no entendimento da estrutura interna do código gerado.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dependência pode mascarar lacunas de aprendizagem enquanto a ferramenta está disponível.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92024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3957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PRODUTIVIDADE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23960" y="288950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≠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138160" y="37033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297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Consolidar exige compreender, recuperar e reproduzir sem depender da resposta pronta.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baseada em Kazemitabaar et al. (2023): ganhos de execução com IA não garantem retenção quando o suporte é removido.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PARADOXO DO ERRO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iniciante falha por “falar errado” ou por não saber o que dizer?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Lucchetti et al. (2025) · NAACL — 1.749 prompts de 80 estudantes iniciantes.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01952"/>
            <a:ext cx="5257800" cy="3520440"/>
          </a:xfrm>
          <a:prstGeom prst="roundRect">
            <a:avLst>
              <a:gd name="adj" fmla="val 3117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945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25856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Trocar palavras não resolve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Corrigir vocabulário técnico não trouxe ganhos confiáveis. O problema não é simplesmente “prompt engineering”.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480560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Exceção: termos que induzem comportamento errado podem prejudicar o modelo.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21945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4FD1C5">
              <a:alpha val="18000"/>
            </a:srgbClr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5856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SUBSTÂNCIA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informação certa muda tudo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55080" y="32461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374136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86%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492240" y="38679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sucesso com todas as pistas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36992" y="32461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3374136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BBF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40%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074152" y="38679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1 pista ausente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518904" y="324612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3496" y="3374136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B718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11%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656064" y="38679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reescrevendo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45902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habilidade crítica é perceber qual informação está faltando — e isso exige entender o problema.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Lucchetti et al. (2025), Substance Beats Style. Trajetórias com ciclos de tentativa tiveram 30% de sucesso vs. 72% sem ciclo.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NEUROLÓGICO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Quando a IA reduz o esforço, ela pode reduzir também parte do aprendizado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risco não é usar IA — é usá-la para evitar o processo de compreender, testar e corrigir.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9659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40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8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3042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OFFLOADING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77063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Terceirização do raciocínio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73075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esforço cognitivo pode significar menos construção ativa de conhecimento quando a ferramenta substitui a tentativa.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26280" y="2240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B7185">
              <a:alpha val="18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30428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FALSA CONFIANÇA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7706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Funcionar não significa estar correto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26280" y="373075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Perry et al. encontraram mais código inseguro e, ao mesmo tempo, maior confiança de quem usou 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2402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4FD1C5">
              <a:alpha val="18000"/>
            </a:srgbClr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30428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AUTONOMIA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2440" y="27706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Aprender é passar pelo processo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92440" y="373075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Tentar → errar → investigar → corrigir → entender. Pular todas as etapas pode aumentar a produção sem desenvolver autonomia.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48640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“Se a IA escreve o código, a principal habilidade do programador passa a ser saber quando aquele código está errado.”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Kosmyna et al. (2025); Perry et al. (2023); Risko &amp; Gilbert (2016).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PROFISSIONAL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 a IA escreve o código, o rigor muda de lugar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trabalho humano migra da digitação para especificação, supervisão, verificação e compreensão do sistema.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313432"/>
            <a:ext cx="438912" cy="438912"/>
          </a:xfrm>
          <a:prstGeom prst="ellipse">
            <a:avLst/>
          </a:prstGeom>
          <a:solidFill>
            <a:srgbClr val="4FD1C5">
              <a:alpha val="95000"/>
            </a:srgbClr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72768" y="2221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Decomposição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26334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Dividir problemas em pacotes adequados para agentes.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13432"/>
            <a:ext cx="438912" cy="438912"/>
          </a:xfrm>
          <a:prstGeom prst="ellipse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13448" y="2221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Calibração de confiança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13448" y="26334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Saber quanto confiar e reconhecer respostas plausíveis, porém erradas.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630168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977640"/>
            <a:ext cx="438912" cy="438912"/>
          </a:xfrm>
          <a:prstGeom prst="ellipse">
            <a:avLst/>
          </a:prstGeom>
          <a:solidFill>
            <a:srgbClr val="A78BFA">
              <a:alpha val="9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78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Coerência arquitetural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2768" y="4297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 um modelo mental do sistema enquanto várias frentes mudam em paralelo.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630168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977640"/>
            <a:ext cx="438912" cy="438912"/>
          </a:xfrm>
          <a:prstGeom prst="ellipse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0782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13448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Avaliação de qualidade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13448" y="4297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Julgar resultados sem depender da leitura minuciosa de cada linha.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“middle loop” é a engenharia de supervisão: a IA executa mais, mas alguém ainda precisa decidir o que pedir, o que aceitar e o que rejeitar.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Thoughtworks, The Future of Software Engineering Retreat Findings and Strategic Insights (2026).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" y="393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PROFISSIONAL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formação continua necessária — talvez mais do que antes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risco não é a máquina escrever código. É a equipe perder a capacidade de entender o sistema que está crescendo.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938528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938528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938528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182238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2199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28600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JÚNIOR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7706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IA pode acelerar a fase inicial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368503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 as tarefas que ensinavam fundamentos precisam ser substituídas por outras formas de prática — não simplesmente eliminadas.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26280" y="222199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28600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770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Fundamento incompleto vira gargalo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68503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profissional que só traduz tarefa em código perde espaço; cresce a importância de arquitetura, verificação e supervisão.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092440" y="222199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8600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2440" y="27706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Dívida cognitiva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092440" y="34564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distância entre a complexidade do software e o entendimento que as pessoas têm dele pode crescer mais rápido do que a dívida técnica tradicional.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14400" y="55778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IA assume a escrita do código — não a responsabilidade por ele.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6190488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Thoughtworks (2026); relação com dívida cognitiva também discutida por Kosmyna et al. (2025).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Então, a IA ajuda ou atrapalha quem está aprendendo?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075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evidências apontam para uma resposta condicional: depende de como a ferramenta entra no processo de aprendizagem.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10261F"/>
          </a:solidFill>
          <a:ln w="12700">
            <a:solidFill>
              <a:srgbClr val="1E4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87452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291A24"/>
          </a:solidFill>
          <a:ln w="12700">
            <a:solidFill>
              <a:srgbClr val="53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12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AJUDA QUANDO…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770632"/>
            <a:ext cx="4251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barreiras mecânicas sem substituir o raciocínio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 e oferece feedback durante a tentativa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 testa, questiona e consegue reproduzir a lógica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como ferramenta para explorar hipóteses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ATRAPALHA QUANDO…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770632"/>
            <a:ext cx="4251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respostas prontas que o aluno apenas aceita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a necessidade de investigar erros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confiança sem capacidade de validação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produtividade aparente em dependência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55955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questão não é “usar IA ou não”. É preservar o esforço cognitivo que constrói autonomia.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2423160" cy="292608"/>
          </a:xfrm>
          <a:prstGeom prst="roundRect">
            <a:avLst>
              <a:gd name="adj" fmla="val 50000"/>
            </a:avLst>
          </a:prstGeom>
          <a:solidFill>
            <a:srgbClr val="4FD1C5">
              <a:alpha val="18000"/>
            </a:srgbClr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58368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À PERGUNTA PRINCIPAL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bom programador com IA não é quem gera mais código.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quem consegue transformar conhecimento em especificação e, depois, transformar a saída da IA em uma decisão confiável.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3520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3483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3977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lógica, estado, estruturas e limites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953512" y="3291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520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47872" y="3483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Especificação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3977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decompor e dizer exatamente o que precisa acontecer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175504" y="3291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3520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69864" y="3483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30952" y="3977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testar, detectar erro e calibrar confiança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397496" y="3291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3520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91856" y="3483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52944" y="3977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 coerência e compreender o sistema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619488" y="329184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1A2B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4936" y="3520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213848" y="3483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Autonomia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74936" y="3977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2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a IA sem terceirizar completamente o raciocínio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31520" y="534924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4FD1C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“A IA pode acelerar a execução. O aprendizado ainda depende de compreender.”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6126480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Enrico Bergonzo · Felipe Formolo · Franco Scotti · Gabriel Custodio · Larissa Rodrigues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Estudos e fontes principais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THORGEIRSSON, S.; WEIDMANN, T. B.; SU, Z. Computer Science Achievement and Writing Skills Predict Vibe Coding Proficiency. CHI 2026.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23134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KAZEMITABAAR, M. et al. Studying the Effect of AI Code Generators on Supporting Novice Learners in Introductory Programming. CHI 2023.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77240" y="2843784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LUCCHETTI, F. et al. Substance Beats Style: Why Beginning Students Fail to Code with LLMs. NAACL 2025.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777240" y="337413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33741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KOSMYNA, N. et al. Your Brain on ChatGPT: Accumulation of Cognitive Debt when Using an AI Assistant for Essay Writing. 2025.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77240" y="390448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39044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PERRY, N. et al. Do Users Write More Insecure Code with AI Assistants? ACM CCS 2023.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44348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RISKO, E. F.; GILBERT, S. J. Cognitive offloading. Trends in Cognitive Sciences, 2016.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777240" y="496519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49651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THOUGHTWORKS. The Future of Software Engineering Retreat Findings and Strategic Insights. 2026.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777240" y="5495544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80160" y="54955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KARPATHY, A. Publicação que cunhou “vibe coding”. 2025 · WILLISON, S. Not all AI-assisted programming is vibe coding. 2025.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8AA6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Trabalho acadêmico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Habilidades e formação</dc:title>
  <dc:subject>Habilidades e formação — programação com IA</dc:subject>
  <dc:creator>OpenAI</dc:creator>
  <cp:lastModifiedBy>OpenAI</cp:lastModifiedBy>
  <cp:revision>1</cp:revision>
  <dcterms:created xsi:type="dcterms:W3CDTF">2026-10-06T22:18:29Z</dcterms:created>
  <dcterms:modified xsi:type="dcterms:W3CDTF">2026-10-06T22:18:29Z</dcterms:modified>
</cp:coreProperties>
</file>