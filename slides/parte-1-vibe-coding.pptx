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fevereiro de 2025, o Andrej Karpathy deu nome a um jeito de programar: você descreve o que quer, aceita tudo o que a IA gera, cola o erro de volta e segue, sem olhar o código. Ele chamou isso de vibe coding. Um mês depois, o Simon Willison fez uma distinção: usar IA lendo, testando e sendo capaz de explicar o código não é vibe coding, é só programar com ajuda. Vibe coding é abrir mão de entender. (~30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Então, se a pessoa nem olha o código, o que faz alguém ser bom nisso? Saber computação ou saber escrever bem? O artigo-âncora, apresentado na CHI deste ano, testou exatamente isso. Foram cem estudantes em Zurique. Cada um fez uma prova de fundamentos de computação, uma redação técnica e um teste de raciocínio, e depois três tarefas de quinze minutos construindo apps web só por prompt. O detalhe importante: o código aparecia borrado na tela. Ninguém podia ler nem editar. (~40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sem ver o código, quem sabia mais computação foi melhor. O conhecimento de CS explicou cerca de duas vezes mais variância do desempenho do que a escrita, e continuou significativo mesmo descontando a inteligência geral (r parcial = 0,281; p = 0,005). A escrita também ajuda, e metade desse efeito passa pela qualidade do prompt. Agora, o dado que mais me chamou atenção: quem dizia usar LLM com mais frequência teve desempenho PIOR, com correlação de menos 0,26. Usar muito não é o mesmo que usar bem.
É um estudo correlacional, com estudantes, e explica cerca de vinte por cento da variação, então não prova causa. Mas a mensagem é clara: proficiência com IA é saber especificar, e isso vem do fundamento. A pergunta que fica, e que o próximo integrante responde: se a IA está lá desde o primeiro dia, esse fundamento ainda se forma? (~50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25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35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VIBE CODING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301750"/>
            <a:ext cx="105664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vibe coding?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59000"/>
            <a:ext cx="5149850" cy="2222500"/>
          </a:xfrm>
          <a:prstGeom prst="roundRect">
            <a:avLst>
              <a:gd name="adj" fmla="val 5760"/>
            </a:avLst>
          </a:prstGeom>
          <a:solidFill>
            <a:srgbClr val="FDFCF9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444750"/>
            <a:ext cx="4527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Andrej Karpathy · 2 fev.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3950" y="2794000"/>
            <a:ext cx="45275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Cunhou o termo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3950" y="3270250"/>
            <a:ext cx="452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“forget that the code even exists”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3950" y="3778250"/>
            <a:ext cx="1047750" cy="336550"/>
          </a:xfrm>
          <a:prstGeom prst="roundRect">
            <a:avLst>
              <a:gd name="adj" fmla="val 135849"/>
            </a:avLst>
          </a:prstGeom>
          <a:solidFill>
            <a:srgbClr val="F3E1D3"/>
          </a:solidFill>
          <a:ln>
            <a:solidFill>
              <a:srgbClr val="F3E1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3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lê o diff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7900" y="3778250"/>
            <a:ext cx="1549400" cy="336550"/>
          </a:xfrm>
          <a:prstGeom prst="roundRect">
            <a:avLst>
              <a:gd name="adj" fmla="val 135849"/>
            </a:avLst>
          </a:prstGeom>
          <a:solidFill>
            <a:srgbClr val="F3E1D3"/>
          </a:solidFill>
          <a:ln>
            <a:solidFill>
              <a:srgbClr val="F3E1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3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 o erro de volta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73500" y="3778250"/>
            <a:ext cx="1016000" cy="336550"/>
          </a:xfrm>
          <a:prstGeom prst="roundRect">
            <a:avLst>
              <a:gd name="adj" fmla="val 135849"/>
            </a:avLst>
          </a:prstGeom>
          <a:solidFill>
            <a:srgbClr val="F3E1D3"/>
          </a:solidFill>
          <a:ln>
            <a:solidFill>
              <a:srgbClr val="F3E1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3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 tudo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23000" y="2159000"/>
            <a:ext cx="5149850" cy="2222500"/>
          </a:xfrm>
          <a:prstGeom prst="roundRect">
            <a:avLst>
              <a:gd name="adj" fmla="val 5760"/>
            </a:avLst>
          </a:prstGeom>
          <a:solidFill>
            <a:srgbClr val="FDFCF9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4150" y="2444750"/>
            <a:ext cx="4527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 Willison · 19 mar. 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4150" y="2794000"/>
            <a:ext cx="45275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Traçou o limite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4150" y="3270250"/>
            <a:ext cx="452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faz commit do que consegue explicar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4150" y="3778250"/>
            <a:ext cx="647700" cy="336550"/>
          </a:xfrm>
          <a:prstGeom prst="roundRect">
            <a:avLst>
              <a:gd name="adj" fmla="val 135849"/>
            </a:avLst>
          </a:prstGeom>
          <a:solidFill>
            <a:srgbClr val="DCE6F1"/>
          </a:solidFill>
          <a:ln>
            <a:solidFill>
              <a:srgbClr val="DCE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58050" y="3778250"/>
            <a:ext cx="603250" cy="336550"/>
          </a:xfrm>
          <a:prstGeom prst="roundRect">
            <a:avLst>
              <a:gd name="adj" fmla="val 135849"/>
            </a:avLst>
          </a:prstGeom>
          <a:solidFill>
            <a:srgbClr val="DCE6F1"/>
          </a:solidFill>
          <a:ln>
            <a:solidFill>
              <a:srgbClr val="DCE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37500" y="3778250"/>
            <a:ext cx="730250" cy="336550"/>
          </a:xfrm>
          <a:prstGeom prst="roundRect">
            <a:avLst>
              <a:gd name="adj" fmla="val 135849"/>
            </a:avLst>
          </a:prstGeom>
          <a:solidFill>
            <a:srgbClr val="DCE6F1"/>
          </a:solidFill>
          <a:ln>
            <a:solidFill>
              <a:srgbClr val="DCE6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00" y="4705350"/>
            <a:ext cx="50800" cy="304800"/>
          </a:xfrm>
          <a:prstGeom prst="rect">
            <a:avLst/>
          </a:prstGeom>
          <a:solidFill>
            <a:srgbClr val="23507F"/>
          </a:solidFill>
          <a:ln w="12700">
            <a:solidFill>
              <a:srgbClr val="2350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4705350"/>
            <a:ext cx="1016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estudo-âncora testa o lado esquerdo: </a:t>
            </a:r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vê o código.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5475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KARPATHY, X, 2025 · WILLISON, simonwillison.net,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25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35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ARTIGO-ÂNCORA · CHI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301750"/>
            <a:ext cx="105664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experimento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889250"/>
            <a:ext cx="266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35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12800" y="39370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estudantes universitários em Zurique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0" y="2057400"/>
            <a:ext cx="2393950" cy="1276350"/>
          </a:xfrm>
          <a:prstGeom prst="roundRect">
            <a:avLst>
              <a:gd name="adj" fmla="val 7881"/>
            </a:avLst>
          </a:prstGeom>
          <a:solidFill>
            <a:srgbClr val="FDFCF9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9400" y="2273300"/>
            <a:ext cx="203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89400" y="26035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SCS1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89400" y="288925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32550" y="2057400"/>
            <a:ext cx="2393950" cy="1276350"/>
          </a:xfrm>
          <a:prstGeom prst="roundRect">
            <a:avLst>
              <a:gd name="adj" fmla="val 7881"/>
            </a:avLst>
          </a:prstGeom>
          <a:solidFill>
            <a:srgbClr val="FDFCF9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35750" y="2273300"/>
            <a:ext cx="203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35750" y="26035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 técnica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35750" y="288925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78900" y="2057400"/>
            <a:ext cx="2393950" cy="1276350"/>
          </a:xfrm>
          <a:prstGeom prst="roundRect">
            <a:avLst>
              <a:gd name="adj" fmla="val 7881"/>
            </a:avLst>
          </a:prstGeom>
          <a:solidFill>
            <a:srgbClr val="FDFCF9"/>
          </a:solidFill>
          <a:ln w="9525">
            <a:solidFill>
              <a:srgbClr val="D6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2100" y="2273300"/>
            <a:ext cx="203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Raciocínio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82100" y="26035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ICAR16 (tipo QI)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2100" y="288925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05700" y="3498850"/>
            <a:ext cx="254000" cy="393700"/>
          </a:xfrm>
          <a:prstGeom prst="downArrow">
            <a:avLst/>
          </a:prstGeom>
          <a:solidFill>
            <a:srgbClr val="23507F"/>
          </a:solidFill>
          <a:ln w="12700">
            <a:solidFill>
              <a:srgbClr val="2350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86200" y="4051300"/>
            <a:ext cx="7486650" cy="1200150"/>
          </a:xfrm>
          <a:prstGeom prst="roundRect">
            <a:avLst>
              <a:gd name="adj" fmla="val 838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0200" y="4305300"/>
            <a:ext cx="6985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coding: 3 apps web × 15 min · Claude Sonnet 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140200" y="4730750"/>
            <a:ext cx="698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borrado na tela: ninguém lê nem edita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25475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THORGEIRSSON; WEIDMANN; SU, CHI 2026 · doi.org/10.1145/3772318.3791666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25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35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301750"/>
            <a:ext cx="105664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prediz quem é bom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57400"/>
            <a:ext cx="5657850" cy="2978150"/>
          </a:xfrm>
          <a:prstGeom prst="roundRect">
            <a:avLst>
              <a:gd name="adj" fmla="val 4299"/>
            </a:avLst>
          </a:prstGeom>
          <a:solidFill>
            <a:srgbClr val="FDFCF9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381250"/>
            <a:ext cx="508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da variação de desempenho cada fator explica além do outro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3950" y="29337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(CS)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23950" y="3213100"/>
            <a:ext cx="3810000" cy="355600"/>
          </a:xfrm>
          <a:prstGeom prst="roundRect">
            <a:avLst>
              <a:gd name="adj" fmla="val 15429"/>
            </a:avLst>
          </a:prstGeom>
          <a:solidFill>
            <a:srgbClr val="23507F"/>
          </a:solidFill>
          <a:ln w="12700">
            <a:solidFill>
              <a:srgbClr val="2350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92700" y="32131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5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3950" y="370205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23950" y="3987800"/>
            <a:ext cx="1797050" cy="355600"/>
          </a:xfrm>
          <a:prstGeom prst="roundRect">
            <a:avLst>
              <a:gd name="adj" fmla="val 15429"/>
            </a:avLst>
          </a:prstGeom>
          <a:solidFill>
            <a:srgbClr val="E8A266"/>
          </a:solidFill>
          <a:ln w="12700">
            <a:solidFill>
              <a:srgbClr val="E8A2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3400" y="39878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23950" y="4464050"/>
            <a:ext cx="508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2× mais peso para o fundamento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31000" y="2057400"/>
            <a:ext cx="4641850" cy="2978150"/>
          </a:xfrm>
          <a:prstGeom prst="roundRect">
            <a:avLst>
              <a:gd name="adj" fmla="val 4299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35800" y="28448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Frequência de uso de LLM × desempenho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35800" y="3175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A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−0,258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7035800" y="40132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usava mais foi pior (p = 0,010)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52959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correlacional · 100 universitários · CS + escrita explicam 20,8% da variação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5475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THORGEIRSSON; WEIDMANN; SU, CHI 2026 · doi.org/10.1145/3772318.3791666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– Parte 1</dc:title>
  <dc:subject>PptxGenJS Presentation</dc:subject>
  <dc:creator>PptxGenJS</dc:creator>
  <cp:lastModifiedBy>PptxGenJS</cp:lastModifiedBy>
  <cp:revision>1</cp:revision>
  <dcterms:created xsi:type="dcterms:W3CDTF">2026-10-06T15:12:02Z</dcterms:created>
  <dcterms:modified xsi:type="dcterms:W3CDTF">2026-10-06T15:12:02Z</dcterms:modified>
</cp:coreProperties>
</file>